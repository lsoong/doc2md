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2026년 3분기 문서 변환 파일럿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장인 / SYAI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정확도 우선: MinerU</a:t>
            </a:r>
          </a:p>
          <a:p>
            <a:r>
              <a:t>범용성 우선: Docling</a:t>
            </a:r>
          </a:p>
          <a:p>
            <a:r>
              <a:t>속도 우선: PyMuPDF4LLM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엔진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포맷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평균 처리시간(초)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표 정합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MinerU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Docling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PDF/Office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MarkItDown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전포맷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